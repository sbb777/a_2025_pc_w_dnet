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9144000" cy="6858000" type="screen4x3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3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1770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046C9-E55F-40DE-8885-EE05BDA1DF95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26AF2-C947-446A-91F2-73D13E3A5A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793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046C9-E55F-40DE-8885-EE05BDA1DF95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26AF2-C947-446A-91F2-73D13E3A5A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9444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046C9-E55F-40DE-8885-EE05BDA1DF95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26AF2-C947-446A-91F2-73D13E3A5A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3639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046C9-E55F-40DE-8885-EE05BDA1DF95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26AF2-C947-446A-91F2-73D13E3A5A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2457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046C9-E55F-40DE-8885-EE05BDA1DF95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26AF2-C947-446A-91F2-73D13E3A5A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4312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046C9-E55F-40DE-8885-EE05BDA1DF95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26AF2-C947-446A-91F2-73D13E3A5A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1457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046C9-E55F-40DE-8885-EE05BDA1DF95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26AF2-C947-446A-91F2-73D13E3A5A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6870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046C9-E55F-40DE-8885-EE05BDA1DF95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26AF2-C947-446A-91F2-73D13E3A5A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6969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046C9-E55F-40DE-8885-EE05BDA1DF95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26AF2-C947-446A-91F2-73D13E3A5A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2348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046C9-E55F-40DE-8885-EE05BDA1DF95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26AF2-C947-446A-91F2-73D13E3A5A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0645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046C9-E55F-40DE-8885-EE05BDA1DF95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26AF2-C947-446A-91F2-73D13E3A5A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3867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1046C9-E55F-40DE-8885-EE05BDA1DF95}" type="datetimeFigureOut">
              <a:rPr lang="ko-KR" altLang="en-US" smtClean="0"/>
              <a:t>2025-06-20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726AF2-C947-446A-91F2-73D13E3A5A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1565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419C0B7-D4F0-4DEC-309B-1D9CADD0D0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510" t="17701"/>
          <a:stretch>
            <a:fillRect/>
          </a:stretch>
        </p:blipFill>
        <p:spPr>
          <a:xfrm>
            <a:off x="564776" y="663388"/>
            <a:ext cx="8016316" cy="5504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186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230288-0624-8474-0E2F-324AB40B1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819D83-C569-6FB1-6CA9-EF882EFC2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FFA005A-54CF-2046-7604-8722F50B6E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842"/>
          <a:stretch>
            <a:fillRect/>
          </a:stretch>
        </p:blipFill>
        <p:spPr>
          <a:xfrm>
            <a:off x="478080" y="286871"/>
            <a:ext cx="8187840" cy="324247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AB495AD-F5CC-03D6-311B-726006F87C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169"/>
          <a:stretch>
            <a:fillRect/>
          </a:stretch>
        </p:blipFill>
        <p:spPr>
          <a:xfrm>
            <a:off x="547967" y="4123765"/>
            <a:ext cx="7744385" cy="2584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516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A10E6051-92D6-4CD6-D939-DA8A0349AD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5" y="2309439"/>
            <a:ext cx="2447627" cy="4351338"/>
          </a:xfr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55EA4C9-C5DF-500A-8976-C198631E84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169"/>
          <a:stretch>
            <a:fillRect/>
          </a:stretch>
        </p:blipFill>
        <p:spPr>
          <a:xfrm>
            <a:off x="1238249" y="91703"/>
            <a:ext cx="7744385" cy="258426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5A0F191-706B-74F8-BBF0-EB29C3596A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063180" y="1342537"/>
            <a:ext cx="3647797" cy="64849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CBD710E-DF9A-EDF9-64B9-5CD07CDF03C6}"/>
              </a:ext>
            </a:extLst>
          </p:cNvPr>
          <p:cNvSpPr txBox="1"/>
          <p:nvPr/>
        </p:nvSpPr>
        <p:spPr>
          <a:xfrm>
            <a:off x="2940423" y="6546075"/>
            <a:ext cx="3445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적</a:t>
            </a:r>
            <a:r>
              <a:rPr lang="en-US" altLang="ko-KR" dirty="0"/>
              <a:t>: CLK, </a:t>
            </a:r>
            <a:r>
              <a:rPr lang="ko-KR" altLang="en-US" dirty="0"/>
              <a:t>녹</a:t>
            </a:r>
            <a:r>
              <a:rPr lang="en-US" altLang="ko-KR" dirty="0"/>
              <a:t>: CS, </a:t>
            </a:r>
            <a:r>
              <a:rPr lang="ko-KR" altLang="en-US" dirty="0"/>
              <a:t>황</a:t>
            </a:r>
            <a:r>
              <a:rPr lang="en-US" altLang="ko-KR" dirty="0"/>
              <a:t>:MOSI, </a:t>
            </a:r>
            <a:r>
              <a:rPr lang="ko-KR" altLang="en-US" dirty="0"/>
              <a:t>주</a:t>
            </a:r>
            <a:r>
              <a:rPr lang="en-US" altLang="ko-KR" dirty="0"/>
              <a:t>:MISO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1277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51</TotalTime>
  <Words>15</Words>
  <Application>Microsoft Office PowerPoint</Application>
  <PresentationFormat>화면 슬라이드 쇼(4:3)</PresentationFormat>
  <Paragraphs>1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상봉 방</dc:creator>
  <cp:lastModifiedBy>상봉 방</cp:lastModifiedBy>
  <cp:revision>2</cp:revision>
  <cp:lastPrinted>2025-06-18T07:23:33Z</cp:lastPrinted>
  <dcterms:created xsi:type="dcterms:W3CDTF">2025-06-18T07:20:24Z</dcterms:created>
  <dcterms:modified xsi:type="dcterms:W3CDTF">2025-06-20T00:33:03Z</dcterms:modified>
</cp:coreProperties>
</file>