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8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9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44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63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45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31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45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87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96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34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64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86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046C9-E55F-40DE-8885-EE05BDA1DF95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65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419C0B7-D4F0-4DEC-309B-1D9CADD0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10" t="17701"/>
          <a:stretch>
            <a:fillRect/>
          </a:stretch>
        </p:blipFill>
        <p:spPr>
          <a:xfrm>
            <a:off x="564776" y="663388"/>
            <a:ext cx="8016316" cy="550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8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30288-0624-8474-0E2F-324AB40B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19D83-C569-6FB1-6CA9-EF882EFC2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FA005A-54CF-2046-7604-8722F50B6E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42"/>
          <a:stretch>
            <a:fillRect/>
          </a:stretch>
        </p:blipFill>
        <p:spPr>
          <a:xfrm>
            <a:off x="478080" y="286871"/>
            <a:ext cx="8187840" cy="32424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B495AD-F5CC-03D6-311B-726006F87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69"/>
          <a:stretch>
            <a:fillRect/>
          </a:stretch>
        </p:blipFill>
        <p:spPr>
          <a:xfrm>
            <a:off x="547967" y="4123765"/>
            <a:ext cx="7744385" cy="258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6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10E6051-92D6-4CD6-D939-DA8A0349A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5" y="2309439"/>
            <a:ext cx="2447627" cy="4351338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55EA4C9-C5DF-500A-8976-C198631E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69"/>
          <a:stretch>
            <a:fillRect/>
          </a:stretch>
        </p:blipFill>
        <p:spPr>
          <a:xfrm>
            <a:off x="1238249" y="91703"/>
            <a:ext cx="7744385" cy="25842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A0F191-706B-74F8-BBF0-EB29C359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063180" y="1342537"/>
            <a:ext cx="3647797" cy="6484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BD710E-DF9A-EDF9-64B9-5CD07CDF03C6}"/>
              </a:ext>
            </a:extLst>
          </p:cNvPr>
          <p:cNvSpPr txBox="1"/>
          <p:nvPr/>
        </p:nvSpPr>
        <p:spPr>
          <a:xfrm>
            <a:off x="2940423" y="6546075"/>
            <a:ext cx="3445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적</a:t>
            </a:r>
            <a:r>
              <a:rPr lang="en-US" altLang="ko-KR" dirty="0"/>
              <a:t>: CLK, </a:t>
            </a:r>
            <a:r>
              <a:rPr lang="ko-KR" altLang="en-US" dirty="0"/>
              <a:t>녹</a:t>
            </a:r>
            <a:r>
              <a:rPr lang="en-US" altLang="ko-KR" dirty="0"/>
              <a:t>: CS, </a:t>
            </a:r>
            <a:r>
              <a:rPr lang="ko-KR" altLang="en-US" dirty="0"/>
              <a:t>황</a:t>
            </a:r>
            <a:r>
              <a:rPr lang="en-US" altLang="ko-KR" dirty="0"/>
              <a:t>:MOSI, </a:t>
            </a:r>
            <a:r>
              <a:rPr lang="ko-KR" altLang="en-US" dirty="0"/>
              <a:t>주</a:t>
            </a:r>
            <a:r>
              <a:rPr lang="en-US" altLang="ko-KR" dirty="0"/>
              <a:t>:MISO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127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</TotalTime>
  <Words>15</Words>
  <Application>Microsoft Office PowerPoint</Application>
  <PresentationFormat>화면 슬라이드 쇼(4:3)</PresentationFormat>
  <Paragraphs>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상봉 방</dc:creator>
  <cp:lastModifiedBy>상봉 방</cp:lastModifiedBy>
  <cp:revision>2</cp:revision>
  <cp:lastPrinted>2025-06-18T07:23:33Z</cp:lastPrinted>
  <dcterms:created xsi:type="dcterms:W3CDTF">2025-06-18T07:20:24Z</dcterms:created>
  <dcterms:modified xsi:type="dcterms:W3CDTF">2025-06-23T06:57:36Z</dcterms:modified>
</cp:coreProperties>
</file>