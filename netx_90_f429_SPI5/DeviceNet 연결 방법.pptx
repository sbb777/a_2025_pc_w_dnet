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ABDC0-5773-40D6-B844-23BF45C9CE6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15692-16BE-4BEA-B946-D13C3A686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28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15692-16BE-4BEA-B946-D13C3A686B2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66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62A74-95D8-8368-5912-8886253B7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142EAA-ABB2-47A1-210E-6CBEEC5BC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9E84C-BD88-441F-B983-3F11B779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0D3D7-F59C-0139-EF36-FB99E797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9EB6BF-82A3-00EE-23FF-FB6524B7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2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3AB3A-1A16-23DB-4591-4218DC5A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1A581-BE00-31C9-472C-EBBA20BCD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40A81-30D5-CA82-7CDE-190ADE98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E1210-C9EC-9BC4-8B4D-9DF4B469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168EFE-E898-AB98-EF43-905BB4EC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60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8D232-A649-30E2-636B-06401F59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E5FFA-2E9B-0DCE-92A2-7D2E69B54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B5C132-1498-7C94-DC58-AB6F562D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107EB-C7E8-7208-D06A-45B49E2D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B70E78-7B79-A5DB-EC46-14B60091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880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15F7C-8782-166D-8DA8-D618B573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866C05-BA49-D003-45B5-C4CFA3DC5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9FE3A3-46A8-D4F8-0628-6BCDBFB69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5712A5-F339-E09E-0BCC-2A50A449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F6947F-535C-EA9C-2191-F22ABF6B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9CDF0-B717-149B-E3B7-A5B1E476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97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1CA2A-8C7C-AF19-6B45-1313495F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A923C-C7CE-A076-47B5-50105E0EC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EA234E-98DE-6A7F-C7A5-12FB3468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D53F91-24D6-2CF3-EB2A-8643315C4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22AE09-98CD-EDBC-2C34-B66FC8C6A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35D90A-B521-39BC-AE4B-B29091EA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4E32F1-6D42-449B-8925-C1188086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EC9FC8-56E6-6059-17F8-C6C3B3FD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5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72C94-38D3-AE85-4E5C-4D17B948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252AFE-87A4-6FF8-12D1-25DF5F2A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ED7C8B-5BF3-BCB4-7B47-F586A256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D2B36B-BEEF-9D43-C376-4570B79B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70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90CC41-CBCF-6DC7-7F7F-169290DAC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BFE5BF-2FD3-C32E-0E00-2A015210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FAF806-0975-3EEF-D367-C8FDEEE0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6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06D7E-9AE0-D27A-445D-44FC169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4CF0A-1C06-F1C3-F5AC-20DCC2A0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D47EAB-9C89-E30D-768B-40E43F7A9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CFD8-572D-F249-C95A-D07D72B4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6F9B66-9282-AB12-2302-4863DB72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63B29C-3658-6F60-E979-476A6542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0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22811-B467-5FC0-1DD0-8D603860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CC8C44C-98D9-BA33-C283-AEA860001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C44699-55B3-C10C-E48E-D148DBDDA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514CF5-CD71-19CD-723B-FAE564C1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0B9F8D-970A-BD51-D9F6-348C5AF8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D6FD3-7832-1D35-9B80-47401868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42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629C3-EFDC-7362-39EA-B0EA2FED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69A1DF-F225-AC7A-1A90-F8CFCC3D4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C93FEB-9428-3E63-9EF0-60926FAA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B2DDE7-98DD-E29D-ACD4-460C812B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E35255-6913-7716-7B81-1812E867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57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E1A35F-0AFF-BFC4-6BCB-72115D534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BC7938-1A84-EF7D-C34D-5D3F34526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8BFD98-8FFF-3BF7-514B-5B9032B6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471C9-06CE-B358-E3E9-EE0E32C7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DD3A9-DB88-2DD2-A247-B97B9575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34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3EA28B-5F82-FD71-1D94-13704B81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B557C5-5219-ECE2-CE06-5C189A82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80A65-C93E-71B9-73DE-6FD55C8FF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12408-2C3C-468E-A0CC-EC2CF2C40C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9C056-9360-52AB-D4AC-04BEE240D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04787-7801-84C5-A09B-6CE74383E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FAB08-9970-47BB-A425-AF57E15D2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49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A925A-7BFC-929B-55BD-E1BA4E062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670" y="674128"/>
            <a:ext cx="9144000" cy="2387600"/>
          </a:xfrm>
        </p:spPr>
        <p:txBody>
          <a:bodyPr/>
          <a:lstStyle/>
          <a:p>
            <a:r>
              <a:rPr lang="en-US" altLang="ko-KR" dirty="0" err="1"/>
              <a:t>DeviceNet</a:t>
            </a:r>
            <a:r>
              <a:rPr lang="en-US" altLang="ko-KR" dirty="0"/>
              <a:t> </a:t>
            </a:r>
            <a:r>
              <a:rPr lang="ko-KR" altLang="en-US" dirty="0"/>
              <a:t>연결 방법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8B39840-EE7E-3971-5C78-A9F7C4C1A8B6}"/>
              </a:ext>
            </a:extLst>
          </p:cNvPr>
          <p:cNvSpPr txBox="1">
            <a:spLocks/>
          </p:cNvSpPr>
          <p:nvPr/>
        </p:nvSpPr>
        <p:spPr>
          <a:xfrm>
            <a:off x="1353670" y="34290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/>
              <a:t>2025.07.15</a:t>
            </a:r>
          </a:p>
          <a:p>
            <a:endParaRPr lang="en-US" altLang="ko-KR" sz="4000" dirty="0"/>
          </a:p>
          <a:p>
            <a:r>
              <a:rPr lang="ko-KR" altLang="en-US" sz="4000" dirty="0"/>
              <a:t>연구소 장재혁</a:t>
            </a:r>
          </a:p>
        </p:txBody>
      </p:sp>
    </p:spTree>
    <p:extLst>
      <p:ext uri="{BB962C8B-B14F-4D97-AF65-F5344CB8AC3E}">
        <p14:creationId xmlns:p14="http://schemas.microsoft.com/office/powerpoint/2010/main" val="53197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0E66B-1B06-CFD0-8A53-044D73A7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Cifx</a:t>
            </a:r>
            <a:r>
              <a:rPr lang="en-US" altLang="ko-KR" dirty="0"/>
              <a:t> Setup , </a:t>
            </a:r>
            <a:r>
              <a:rPr lang="en-US" altLang="ko-KR" dirty="0" err="1"/>
              <a:t>Cifx</a:t>
            </a:r>
            <a:r>
              <a:rPr lang="en-US" altLang="ko-KR" dirty="0"/>
              <a:t> Test program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1DF47-3C52-AC48-4BAF-6B830B5A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경로</a:t>
            </a:r>
            <a:r>
              <a:rPr lang="en-US" altLang="ko-KR" dirty="0"/>
              <a:t>&gt;</a:t>
            </a:r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en-US" altLang="ko-KR" dirty="0" err="1"/>
              <a:t>Communication_Solutions_DVD_yyyy</a:t>
            </a:r>
            <a:r>
              <a:rPr lang="en-US" altLang="ko-KR" dirty="0"/>
              <a:t>-MM-dd (Folder)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en-US" altLang="ko-KR" dirty="0" err="1"/>
              <a:t>Driver_&amp;_Toolkit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Device Driver(NXDRV-WIN)</a:t>
            </a:r>
          </a:p>
          <a:p>
            <a:pPr marL="0" indent="0">
              <a:buNone/>
            </a:pPr>
            <a:r>
              <a:rPr lang="en-US" altLang="ko-KR" dirty="0"/>
              <a:t>4. Installation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en-US" altLang="ko-KR" dirty="0" err="1"/>
              <a:t>Cifx</a:t>
            </a:r>
            <a:r>
              <a:rPr lang="en-US" altLang="ko-KR" dirty="0"/>
              <a:t> Device Driver Setup (</a:t>
            </a:r>
            <a:r>
              <a:rPr lang="ko-KR" altLang="en-US" dirty="0"/>
              <a:t>설치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설치가 완료되면 제어판에 </a:t>
            </a:r>
            <a:r>
              <a:rPr lang="en-US" altLang="ko-KR" dirty="0"/>
              <a:t>Setup , Test </a:t>
            </a:r>
            <a:r>
              <a:rPr lang="ko-KR" altLang="en-US" dirty="0"/>
              <a:t>항목이 생성되면 완료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78AAD5-6A8E-8A8D-B9FB-6714E738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82" b="85217"/>
          <a:stretch>
            <a:fillRect/>
          </a:stretch>
        </p:blipFill>
        <p:spPr>
          <a:xfrm>
            <a:off x="7324164" y="5517774"/>
            <a:ext cx="3724835" cy="76200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C224688-5202-121B-9938-787E5A41D929}"/>
              </a:ext>
            </a:extLst>
          </p:cNvPr>
          <p:cNvSpPr/>
          <p:nvPr/>
        </p:nvSpPr>
        <p:spPr>
          <a:xfrm>
            <a:off x="7494494" y="5775369"/>
            <a:ext cx="1039906" cy="3765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35901A-C821-E469-7588-757C756FEA90}"/>
              </a:ext>
            </a:extLst>
          </p:cNvPr>
          <p:cNvSpPr/>
          <p:nvPr/>
        </p:nvSpPr>
        <p:spPr>
          <a:xfrm>
            <a:off x="9090212" y="5775368"/>
            <a:ext cx="1039906" cy="3765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73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2F36-7C72-7C7E-6CEB-270027C2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4FC90-0653-7A8C-98D8-CDB7D8DD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Sycon.net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B10E30-2F21-E657-6C54-6A2C4941B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경로</a:t>
            </a:r>
            <a:r>
              <a:rPr lang="en-US" altLang="ko-KR" dirty="0"/>
              <a:t>&gt;</a:t>
            </a:r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en-US" altLang="ko-KR" dirty="0" err="1"/>
              <a:t>Communication_Solutions_DVD_yyyy</a:t>
            </a:r>
            <a:r>
              <a:rPr lang="en-US" altLang="ko-KR" dirty="0"/>
              <a:t>-MM-dd (Folder)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en-US" altLang="ko-KR" dirty="0" err="1"/>
              <a:t>Software_&amp;_Tools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en-US" altLang="ko-KR" dirty="0" err="1"/>
              <a:t>Configuration_Software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Sycon.net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en-US" altLang="ko-KR" dirty="0" err="1"/>
              <a:t>SYCONnet</a:t>
            </a:r>
            <a:r>
              <a:rPr lang="en-US" altLang="ko-KR" dirty="0"/>
              <a:t> </a:t>
            </a:r>
            <a:r>
              <a:rPr lang="en-US" altLang="ko-KR" dirty="0" err="1"/>
              <a:t>netx</a:t>
            </a:r>
            <a:r>
              <a:rPr lang="en-US" altLang="ko-KR" dirty="0"/>
              <a:t> setup(</a:t>
            </a:r>
            <a:r>
              <a:rPr lang="ko-KR" altLang="en-US" dirty="0"/>
              <a:t>설치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=&gt; </a:t>
            </a:r>
            <a:r>
              <a:rPr lang="ko-KR" altLang="en-US" dirty="0"/>
              <a:t>설치가 완료되면 해당 프로그램 설치가 되면 설치 완료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40FF3C-E600-5827-F83F-49F2B86DB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1902"/>
          <a:stretch>
            <a:fillRect/>
          </a:stretch>
        </p:blipFill>
        <p:spPr>
          <a:xfrm>
            <a:off x="10729792" y="5310390"/>
            <a:ext cx="852607" cy="75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5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436C-4696-0450-3371-D8E069E8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831A9-807A-5C97-B823-35FC0EAF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59" y="-17620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136C047-D967-1873-B1BF-16C26D084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9835" y="486167"/>
            <a:ext cx="5334744" cy="3543795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85A306-3308-BC03-C32F-D249EBB015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1902"/>
          <a:stretch>
            <a:fillRect/>
          </a:stretch>
        </p:blipFill>
        <p:spPr>
          <a:xfrm>
            <a:off x="1012531" y="1243277"/>
            <a:ext cx="852607" cy="75899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8A231D7-3DBC-CB43-9A61-6A6D2C3F00AB}"/>
              </a:ext>
            </a:extLst>
          </p:cNvPr>
          <p:cNvSpPr/>
          <p:nvPr/>
        </p:nvSpPr>
        <p:spPr>
          <a:xfrm>
            <a:off x="2505634" y="1345671"/>
            <a:ext cx="2429436" cy="6364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D910F-F565-61D5-88FB-A199CE1855F1}"/>
              </a:ext>
            </a:extLst>
          </p:cNvPr>
          <p:cNvSpPr txBox="1"/>
          <p:nvPr/>
        </p:nvSpPr>
        <p:spPr>
          <a:xfrm>
            <a:off x="3113720" y="110992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B96AD1-3250-5F1C-ED74-311151476B5B}"/>
              </a:ext>
            </a:extLst>
          </p:cNvPr>
          <p:cNvSpPr/>
          <p:nvPr/>
        </p:nvSpPr>
        <p:spPr>
          <a:xfrm>
            <a:off x="8068682" y="2770095"/>
            <a:ext cx="766485" cy="2823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D8C69-7D53-1054-0A3E-86A00E1F86DD}"/>
              </a:ext>
            </a:extLst>
          </p:cNvPr>
          <p:cNvSpPr txBox="1"/>
          <p:nvPr/>
        </p:nvSpPr>
        <p:spPr>
          <a:xfrm>
            <a:off x="8166394" y="305248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374CB5-30B5-8797-11BC-E5DD361ED054}"/>
              </a:ext>
            </a:extLst>
          </p:cNvPr>
          <p:cNvSpPr txBox="1"/>
          <p:nvPr/>
        </p:nvSpPr>
        <p:spPr>
          <a:xfrm>
            <a:off x="479528" y="2589172"/>
            <a:ext cx="393088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pPr marL="342900" indent="-342900">
              <a:buAutoNum type="arabicPeriod"/>
            </a:pPr>
            <a:r>
              <a:rPr lang="en-US" altLang="ko-KR" dirty="0"/>
              <a:t>Icon</a:t>
            </a:r>
            <a:r>
              <a:rPr lang="ko-KR" altLang="en-US" dirty="0"/>
              <a:t>을 클릭하여 프로그램 실행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Login</a:t>
            </a:r>
            <a:r>
              <a:rPr lang="ko-KR" altLang="en-US" dirty="0"/>
              <a:t> 화면은 입력 없이 </a:t>
            </a:r>
            <a:r>
              <a:rPr lang="en-US" altLang="ko-KR" dirty="0"/>
              <a:t>OK Click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메인 화면이 나와야 함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CCDD268-D69E-1162-7B28-8B322C55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799" y="4313262"/>
            <a:ext cx="4455004" cy="2398134"/>
          </a:xfrm>
          <a:prstGeom prst="rect">
            <a:avLst/>
          </a:prstGeom>
        </p:spPr>
      </p:pic>
      <p:sp>
        <p:nvSpPr>
          <p:cNvPr id="14" name="화살표: 굽음 13">
            <a:extLst>
              <a:ext uri="{FF2B5EF4-FFF2-40B4-BE49-F238E27FC236}">
                <a16:creationId xmlns:a16="http://schemas.microsoft.com/office/drawing/2014/main" id="{F4F9610C-0C7A-9C92-DBFD-DBDFCB9F4FAC}"/>
              </a:ext>
            </a:extLst>
          </p:cNvPr>
          <p:cNvSpPr/>
          <p:nvPr/>
        </p:nvSpPr>
        <p:spPr>
          <a:xfrm rot="10800000">
            <a:off x="8451924" y="4464425"/>
            <a:ext cx="1031388" cy="118334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C15C4-B27F-E3AB-CC08-E398724073B1}"/>
              </a:ext>
            </a:extLst>
          </p:cNvPr>
          <p:cNvSpPr txBox="1"/>
          <p:nvPr/>
        </p:nvSpPr>
        <p:spPr>
          <a:xfrm>
            <a:off x="9790433" y="4695731"/>
            <a:ext cx="1843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OK</a:t>
            </a:r>
            <a:r>
              <a:rPr lang="ko-KR" altLang="en-US" dirty="0"/>
              <a:t> </a:t>
            </a:r>
            <a:r>
              <a:rPr lang="en-US" altLang="ko-KR" dirty="0"/>
              <a:t>Button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C4467-48A4-ABBF-05F8-514C4ADD5AFC}"/>
              </a:ext>
            </a:extLst>
          </p:cNvPr>
          <p:cNvSpPr txBox="1"/>
          <p:nvPr/>
        </p:nvSpPr>
        <p:spPr>
          <a:xfrm>
            <a:off x="877317" y="8773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1DD6A1-B161-6A20-2D80-52BCF942F7D5}"/>
              </a:ext>
            </a:extLst>
          </p:cNvPr>
          <p:cNvSpPr txBox="1"/>
          <p:nvPr/>
        </p:nvSpPr>
        <p:spPr>
          <a:xfrm>
            <a:off x="5603420" y="1466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32B241-2ED2-C0BE-E1D8-25A4BFF66B33}"/>
              </a:ext>
            </a:extLst>
          </p:cNvPr>
          <p:cNvSpPr txBox="1"/>
          <p:nvPr/>
        </p:nvSpPr>
        <p:spPr>
          <a:xfrm>
            <a:off x="3689799" y="39292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07707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02BD-C2C6-3F5C-793D-8E67099D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9C224-4EE2-69E3-3621-10052024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59" y="-17620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A19CDAE-F318-288A-6824-4167E4AD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20" y="1310720"/>
            <a:ext cx="3584202" cy="18851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12AC0E-485E-22D9-133A-CE9869C1E904}"/>
              </a:ext>
            </a:extLst>
          </p:cNvPr>
          <p:cNvSpPr txBox="1"/>
          <p:nvPr/>
        </p:nvSpPr>
        <p:spPr>
          <a:xfrm>
            <a:off x="244801" y="4056636"/>
            <a:ext cx="308770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오른쪽 상단 </a:t>
            </a:r>
            <a:r>
              <a:rPr lang="en-US" altLang="ko-KR" dirty="0"/>
              <a:t>Fieldbus </a:t>
            </a:r>
          </a:p>
          <a:p>
            <a:r>
              <a:rPr lang="en-US" altLang="ko-KR" dirty="0"/>
              <a:t>5. </a:t>
            </a:r>
            <a:r>
              <a:rPr lang="en-US" altLang="ko-KR" dirty="0" err="1"/>
              <a:t>DeviceNet</a:t>
            </a:r>
            <a:r>
              <a:rPr lang="en-US" altLang="ko-KR" dirty="0"/>
              <a:t> (+) Click </a:t>
            </a:r>
          </a:p>
          <a:p>
            <a:r>
              <a:rPr lang="en-US" altLang="ko-KR" dirty="0"/>
              <a:t>6. Master</a:t>
            </a:r>
            <a:r>
              <a:rPr lang="ko-KR" altLang="en-US" dirty="0"/>
              <a:t> </a:t>
            </a:r>
            <a:r>
              <a:rPr lang="en-US" altLang="ko-KR" dirty="0"/>
              <a:t>(+)</a:t>
            </a:r>
            <a:r>
              <a:rPr lang="ko-KR" altLang="en-US" dirty="0"/>
              <a:t> </a:t>
            </a:r>
            <a:r>
              <a:rPr lang="en-US" altLang="ko-KR" dirty="0"/>
              <a:t>Click </a:t>
            </a:r>
          </a:p>
          <a:p>
            <a:r>
              <a:rPr lang="en-US" altLang="ko-KR" dirty="0"/>
              <a:t>7. CIFX DN/DNM Icon</a:t>
            </a:r>
            <a:r>
              <a:rPr lang="ko-KR" altLang="en-US" dirty="0"/>
              <a:t> </a:t>
            </a:r>
            <a:r>
              <a:rPr lang="en-US" altLang="ko-KR" dirty="0"/>
              <a:t>Drag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회색 선으로 드래그</a:t>
            </a:r>
            <a:endParaRPr lang="en-US" altLang="ko-KR" dirty="0"/>
          </a:p>
          <a:p>
            <a:r>
              <a:rPr lang="en-US" altLang="ko-KR" dirty="0"/>
              <a:t>8. </a:t>
            </a:r>
            <a:r>
              <a:rPr lang="ko-KR" altLang="en-US" dirty="0"/>
              <a:t>드래그 후 화면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22A48E1-989D-7A57-9770-0CFB504A6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422" y="1708566"/>
            <a:ext cx="2172003" cy="7335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B1C4E3A-89BC-CEE6-213E-C8F02A94F6AF}"/>
              </a:ext>
            </a:extLst>
          </p:cNvPr>
          <p:cNvSpPr txBox="1"/>
          <p:nvPr/>
        </p:nvSpPr>
        <p:spPr>
          <a:xfrm>
            <a:off x="111156" y="225331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3A3ABBB-D53F-44F5-6100-4445869A4D79}"/>
              </a:ext>
            </a:extLst>
          </p:cNvPr>
          <p:cNvSpPr/>
          <p:nvPr/>
        </p:nvSpPr>
        <p:spPr>
          <a:xfrm>
            <a:off x="2949388" y="2025463"/>
            <a:ext cx="2495932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22CED-0443-7244-DA25-2612E2477750}"/>
              </a:ext>
            </a:extLst>
          </p:cNvPr>
          <p:cNvSpPr/>
          <p:nvPr/>
        </p:nvSpPr>
        <p:spPr>
          <a:xfrm>
            <a:off x="5864818" y="2126549"/>
            <a:ext cx="123606" cy="1404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070B71-FD21-C40E-036A-1415FF14EE41}"/>
              </a:ext>
            </a:extLst>
          </p:cNvPr>
          <p:cNvSpPr txBox="1"/>
          <p:nvPr/>
        </p:nvSpPr>
        <p:spPr>
          <a:xfrm>
            <a:off x="5628591" y="2226746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C4FE5D4-5C76-7A7D-730A-995FC4600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331" y="1587065"/>
            <a:ext cx="2076740" cy="1219370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DA67949A-A836-A817-BD64-68862CD7558D}"/>
              </a:ext>
            </a:extLst>
          </p:cNvPr>
          <p:cNvSpPr/>
          <p:nvPr/>
        </p:nvSpPr>
        <p:spPr>
          <a:xfrm>
            <a:off x="7337912" y="2116373"/>
            <a:ext cx="1752300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ADF29EC-CA3D-EC89-AADE-47421B029111}"/>
              </a:ext>
            </a:extLst>
          </p:cNvPr>
          <p:cNvSpPr/>
          <p:nvPr/>
        </p:nvSpPr>
        <p:spPr>
          <a:xfrm>
            <a:off x="9645359" y="1708566"/>
            <a:ext cx="1139182" cy="2657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3EABBE9-3DBA-047B-03CA-7F1B57D84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470" y="3276599"/>
            <a:ext cx="4563575" cy="3492354"/>
          </a:xfrm>
          <a:prstGeom prst="rect">
            <a:avLst/>
          </a:prstGeom>
        </p:spPr>
      </p:pic>
      <p:sp>
        <p:nvSpPr>
          <p:cNvPr id="34" name="화살표: 굽음 33">
            <a:extLst>
              <a:ext uri="{FF2B5EF4-FFF2-40B4-BE49-F238E27FC236}">
                <a16:creationId xmlns:a16="http://schemas.microsoft.com/office/drawing/2014/main" id="{BA4B6852-BC8E-ED47-B755-12624D6BF371}"/>
              </a:ext>
            </a:extLst>
          </p:cNvPr>
          <p:cNvSpPr/>
          <p:nvPr/>
        </p:nvSpPr>
        <p:spPr>
          <a:xfrm rot="10800000">
            <a:off x="8758131" y="3286808"/>
            <a:ext cx="1752300" cy="1600203"/>
          </a:xfrm>
          <a:prstGeom prst="bentArrow">
            <a:avLst>
              <a:gd name="adj1" fmla="val 25000"/>
              <a:gd name="adj2" fmla="val 25000"/>
              <a:gd name="adj3" fmla="val 28922"/>
              <a:gd name="adj4" fmla="val 44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3DB8776-E6A8-92C3-B756-DA840FC5CB1F}"/>
              </a:ext>
            </a:extLst>
          </p:cNvPr>
          <p:cNvSpPr/>
          <p:nvPr/>
        </p:nvSpPr>
        <p:spPr>
          <a:xfrm flipH="1">
            <a:off x="3811534" y="3521449"/>
            <a:ext cx="4024890" cy="3892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EAB55EFF-A375-E933-8CA7-FAC1D7FB62E2}"/>
              </a:ext>
            </a:extLst>
          </p:cNvPr>
          <p:cNvSpPr/>
          <p:nvPr/>
        </p:nvSpPr>
        <p:spPr>
          <a:xfrm rot="8934787">
            <a:off x="7517355" y="2593891"/>
            <a:ext cx="2684312" cy="369251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153F93-FBC5-5781-927A-2375C856B1DA}"/>
              </a:ext>
            </a:extLst>
          </p:cNvPr>
          <p:cNvSpPr txBox="1"/>
          <p:nvPr/>
        </p:nvSpPr>
        <p:spPr>
          <a:xfrm>
            <a:off x="494848" y="87389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B977F1-3883-CEA8-A4D9-77C004710203}"/>
              </a:ext>
            </a:extLst>
          </p:cNvPr>
          <p:cNvSpPr txBox="1"/>
          <p:nvPr/>
        </p:nvSpPr>
        <p:spPr>
          <a:xfrm>
            <a:off x="5616230" y="13059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CA122C-4B6C-3327-21B5-3BDA67F2EF33}"/>
              </a:ext>
            </a:extLst>
          </p:cNvPr>
          <p:cNvSpPr txBox="1"/>
          <p:nvPr/>
        </p:nvSpPr>
        <p:spPr>
          <a:xfrm>
            <a:off x="9367908" y="119045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74494A-DB04-1B95-EBBA-2FCC779A2294}"/>
              </a:ext>
            </a:extLst>
          </p:cNvPr>
          <p:cNvSpPr txBox="1"/>
          <p:nvPr/>
        </p:nvSpPr>
        <p:spPr>
          <a:xfrm>
            <a:off x="4272809" y="29174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81B3649-9176-D4F5-C060-31A3A6A71FAF}"/>
              </a:ext>
            </a:extLst>
          </p:cNvPr>
          <p:cNvSpPr/>
          <p:nvPr/>
        </p:nvSpPr>
        <p:spPr>
          <a:xfrm>
            <a:off x="9673855" y="1743912"/>
            <a:ext cx="219102" cy="195037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5B1409C2-AF2A-22F4-A07C-3AEA367C9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534" y="4568913"/>
            <a:ext cx="3213507" cy="1884678"/>
          </a:xfrm>
          <a:prstGeom prst="rect">
            <a:avLst/>
          </a:prstGeom>
        </p:spPr>
      </p:pic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95323B43-3125-1299-CFA0-EE4316B90854}"/>
              </a:ext>
            </a:extLst>
          </p:cNvPr>
          <p:cNvSpPr/>
          <p:nvPr/>
        </p:nvSpPr>
        <p:spPr>
          <a:xfrm rot="5400000">
            <a:off x="4289743" y="4082835"/>
            <a:ext cx="47551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389F68-3455-00F7-6269-280D0D8E7265}"/>
              </a:ext>
            </a:extLst>
          </p:cNvPr>
          <p:cNvSpPr txBox="1"/>
          <p:nvPr/>
        </p:nvSpPr>
        <p:spPr>
          <a:xfrm>
            <a:off x="4773467" y="4030415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드래그 후 </a:t>
            </a:r>
            <a:endParaRPr lang="en-US" altLang="ko-KR" dirty="0"/>
          </a:p>
          <a:p>
            <a:r>
              <a:rPr lang="ko-KR" altLang="en-US" dirty="0"/>
              <a:t>해당 아이콘이 생기면 완료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531272-3D49-CF4C-F54B-47E3560B2E57}"/>
              </a:ext>
            </a:extLst>
          </p:cNvPr>
          <p:cNvSpPr txBox="1"/>
          <p:nvPr/>
        </p:nvSpPr>
        <p:spPr>
          <a:xfrm>
            <a:off x="3833707" y="44679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E733DEC-E0B5-6BFF-31F2-A38073888346}"/>
              </a:ext>
            </a:extLst>
          </p:cNvPr>
          <p:cNvSpPr/>
          <p:nvPr/>
        </p:nvSpPr>
        <p:spPr>
          <a:xfrm>
            <a:off x="1094770" y="2917475"/>
            <a:ext cx="402336" cy="1932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2C66AA0-2936-C9B7-2DD5-08F44F58013A}"/>
              </a:ext>
            </a:extLst>
          </p:cNvPr>
          <p:cNvSpPr/>
          <p:nvPr/>
        </p:nvSpPr>
        <p:spPr>
          <a:xfrm>
            <a:off x="786740" y="2367782"/>
            <a:ext cx="123606" cy="1404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4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CAD6-1FA4-0880-11B1-A6953D5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26CF0-E558-6CA9-2E94-F55A2361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B0A072-ADE2-9493-A2A1-F63746A59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385" y="1375201"/>
            <a:ext cx="2886478" cy="4591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A6A04-BE53-807E-0252-22E3B34D9EDC}"/>
              </a:ext>
            </a:extLst>
          </p:cNvPr>
          <p:cNvSpPr txBox="1"/>
          <p:nvPr/>
        </p:nvSpPr>
        <p:spPr>
          <a:xfrm>
            <a:off x="604215" y="100586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오른쪽 마우스 클릭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5F3FF0-B60C-DFFF-B2BF-C6A1D8D64596}"/>
              </a:ext>
            </a:extLst>
          </p:cNvPr>
          <p:cNvSpPr/>
          <p:nvPr/>
        </p:nvSpPr>
        <p:spPr>
          <a:xfrm flipH="1">
            <a:off x="1701631" y="4059331"/>
            <a:ext cx="1097416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FEDA9-A720-B435-C0A9-F978AA2CFFF9}"/>
              </a:ext>
            </a:extLst>
          </p:cNvPr>
          <p:cNvSpPr txBox="1"/>
          <p:nvPr/>
        </p:nvSpPr>
        <p:spPr>
          <a:xfrm>
            <a:off x="2917747" y="404280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80C25C-6AFC-E09E-5F92-8A02DE7F2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18" y="1768289"/>
            <a:ext cx="6149788" cy="4989570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A613432-3545-219A-A6EC-58E88C7917F6}"/>
              </a:ext>
            </a:extLst>
          </p:cNvPr>
          <p:cNvSpPr/>
          <p:nvPr/>
        </p:nvSpPr>
        <p:spPr>
          <a:xfrm>
            <a:off x="3586520" y="4058490"/>
            <a:ext cx="201713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8B369-371D-7657-3178-4AEEC479257D}"/>
              </a:ext>
            </a:extLst>
          </p:cNvPr>
          <p:cNvSpPr txBox="1"/>
          <p:nvPr/>
        </p:nvSpPr>
        <p:spPr>
          <a:xfrm>
            <a:off x="4667033" y="321166"/>
            <a:ext cx="571502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9. Master Board</a:t>
            </a:r>
            <a:r>
              <a:rPr lang="ko-KR" altLang="en-US" dirty="0"/>
              <a:t>를 </a:t>
            </a:r>
            <a:r>
              <a:rPr lang="ko-KR" altLang="en-US" dirty="0" err="1"/>
              <a:t>우클릭</a:t>
            </a:r>
            <a:r>
              <a:rPr lang="ko-KR" altLang="en-US" dirty="0"/>
              <a:t> 후 </a:t>
            </a:r>
            <a:endParaRPr lang="en-US" altLang="ko-KR" dirty="0"/>
          </a:p>
          <a:p>
            <a:r>
              <a:rPr lang="en-US" altLang="ko-KR" dirty="0"/>
              <a:t>Configuration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클릭하면 오른쪽에 있는 화면이 나옴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56EC9-ACDD-FB74-160A-FBCA796B8FCB}"/>
              </a:ext>
            </a:extLst>
          </p:cNvPr>
          <p:cNvSpPr txBox="1"/>
          <p:nvPr/>
        </p:nvSpPr>
        <p:spPr>
          <a:xfrm>
            <a:off x="723457" y="144560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⑨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55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6135-5091-3CD5-8E67-932AD4C6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C3F21-F84B-96CB-D47B-20A1B9AD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5D753-F8DC-7DE2-1005-E91651D7E80A}"/>
              </a:ext>
            </a:extLst>
          </p:cNvPr>
          <p:cNvSpPr txBox="1"/>
          <p:nvPr/>
        </p:nvSpPr>
        <p:spPr>
          <a:xfrm>
            <a:off x="7349143" y="1664716"/>
            <a:ext cx="449489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10. Setting – Driver Click </a:t>
            </a:r>
            <a:r>
              <a:rPr lang="ko-KR" altLang="en-US" dirty="0"/>
              <a:t>후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u="sng" dirty="0"/>
              <a:t>CIFX Device Driver</a:t>
            </a:r>
            <a:r>
              <a:rPr lang="en-US" altLang="ko-KR" dirty="0"/>
              <a:t> Check </a:t>
            </a:r>
            <a:r>
              <a:rPr lang="ko-KR" altLang="en-US" dirty="0"/>
              <a:t>확인</a:t>
            </a:r>
            <a:endParaRPr lang="en-US" altLang="ko-KR" dirty="0"/>
          </a:p>
          <a:p>
            <a:r>
              <a:rPr lang="en-US" altLang="ko-KR" dirty="0"/>
              <a:t>=&gt;Check </a:t>
            </a:r>
            <a:r>
              <a:rPr lang="ko-KR" altLang="en-US" dirty="0"/>
              <a:t>되어 있지 않을 경우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Check </a:t>
            </a:r>
            <a:r>
              <a:rPr lang="ko-KR" altLang="en-US" dirty="0"/>
              <a:t>후 </a:t>
            </a:r>
            <a:r>
              <a:rPr lang="en-US" altLang="ko-KR" dirty="0"/>
              <a:t>Apply </a:t>
            </a:r>
            <a:r>
              <a:rPr lang="ko-KR" altLang="en-US" dirty="0"/>
              <a:t>클릭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E04884-61F1-D272-6BD0-7EBE9DB4D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10" y="1183341"/>
            <a:ext cx="6661524" cy="535349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061204-CEA8-5B34-9B67-31CCA2527E67}"/>
              </a:ext>
            </a:extLst>
          </p:cNvPr>
          <p:cNvSpPr/>
          <p:nvPr/>
        </p:nvSpPr>
        <p:spPr>
          <a:xfrm flipH="1">
            <a:off x="347960" y="1970554"/>
            <a:ext cx="611264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DB44FE-B84A-1F52-AEFF-863E2D72548F}"/>
              </a:ext>
            </a:extLst>
          </p:cNvPr>
          <p:cNvSpPr/>
          <p:nvPr/>
        </p:nvSpPr>
        <p:spPr>
          <a:xfrm flipH="1">
            <a:off x="1531302" y="2114829"/>
            <a:ext cx="4717098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B94254-75E2-E83D-3605-F8C9C3601308}"/>
              </a:ext>
            </a:extLst>
          </p:cNvPr>
          <p:cNvSpPr/>
          <p:nvPr/>
        </p:nvSpPr>
        <p:spPr>
          <a:xfrm flipH="1">
            <a:off x="5852290" y="6104124"/>
            <a:ext cx="539545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85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AE6D-92F7-E35B-F83B-961D770C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31916-2EDB-1DB1-015A-2B219EA9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C97868-9A81-224E-D44E-DD50BA375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58" y="995081"/>
            <a:ext cx="6564068" cy="529814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6F69609-B15B-275D-A85C-DA79BC904227}"/>
              </a:ext>
            </a:extLst>
          </p:cNvPr>
          <p:cNvSpPr/>
          <p:nvPr/>
        </p:nvSpPr>
        <p:spPr>
          <a:xfrm flipH="1">
            <a:off x="410713" y="1791260"/>
            <a:ext cx="1023640" cy="5293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6F25C9-6D44-35D4-C66F-A2A16E0E3F71}"/>
              </a:ext>
            </a:extLst>
          </p:cNvPr>
          <p:cNvSpPr/>
          <p:nvPr/>
        </p:nvSpPr>
        <p:spPr>
          <a:xfrm flipH="1">
            <a:off x="1545658" y="2383770"/>
            <a:ext cx="5344868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7537F4-CDCD-CBDD-DCED-C0038D0C16FF}"/>
              </a:ext>
            </a:extLst>
          </p:cNvPr>
          <p:cNvSpPr/>
          <p:nvPr/>
        </p:nvSpPr>
        <p:spPr>
          <a:xfrm flipH="1">
            <a:off x="5826227" y="5862919"/>
            <a:ext cx="539545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BA316-34C1-242D-9F86-E6D10F128288}"/>
              </a:ext>
            </a:extLst>
          </p:cNvPr>
          <p:cNvSpPr txBox="1"/>
          <p:nvPr/>
        </p:nvSpPr>
        <p:spPr>
          <a:xfrm>
            <a:off x="7214672" y="1720479"/>
            <a:ext cx="4494897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11. Setting – Driver – </a:t>
            </a:r>
          </a:p>
          <a:p>
            <a:r>
              <a:rPr lang="en-US" altLang="ko-KR" dirty="0"/>
              <a:t>Device</a:t>
            </a:r>
            <a:r>
              <a:rPr lang="ko-KR" altLang="en-US" dirty="0"/>
              <a:t> </a:t>
            </a:r>
            <a:r>
              <a:rPr lang="en-US" altLang="ko-KR" dirty="0"/>
              <a:t>Assignment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</a:p>
          <a:p>
            <a:endParaRPr lang="en-US" altLang="ko-KR" dirty="0"/>
          </a:p>
          <a:p>
            <a:r>
              <a:rPr lang="en-US" altLang="ko-KR" u="sng" dirty="0"/>
              <a:t>CIFX 50E-DN </a:t>
            </a:r>
            <a:r>
              <a:rPr lang="en-US" altLang="ko-KR" dirty="0"/>
              <a:t>Check </a:t>
            </a:r>
            <a:r>
              <a:rPr lang="ko-KR" altLang="en-US" dirty="0"/>
              <a:t>후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Apply Click </a:t>
            </a:r>
          </a:p>
        </p:txBody>
      </p:sp>
    </p:spTree>
    <p:extLst>
      <p:ext uri="{BB962C8B-B14F-4D97-AF65-F5344CB8AC3E}">
        <p14:creationId xmlns:p14="http://schemas.microsoft.com/office/powerpoint/2010/main" val="147293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A2E5-E458-E9E2-96AB-08D2C2A1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FB832-3AE7-A098-190D-FCDD29E99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BE50FA-A7D7-30BC-83C3-6CA14835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91" y="959222"/>
            <a:ext cx="6980074" cy="562087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9517AB8-67A6-7500-C7EC-A1523698A47C}"/>
              </a:ext>
            </a:extLst>
          </p:cNvPr>
          <p:cNvSpPr/>
          <p:nvPr/>
        </p:nvSpPr>
        <p:spPr>
          <a:xfrm flipH="1">
            <a:off x="455537" y="2589118"/>
            <a:ext cx="1023640" cy="3333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0DA1B4-0637-AE27-6F70-980CDD633FF0}"/>
              </a:ext>
            </a:extLst>
          </p:cNvPr>
          <p:cNvSpPr/>
          <p:nvPr/>
        </p:nvSpPr>
        <p:spPr>
          <a:xfrm flipH="1">
            <a:off x="6247568" y="6158754"/>
            <a:ext cx="539545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97CCD8-DED1-E305-3DA8-C8F8623A5B1E}"/>
              </a:ext>
            </a:extLst>
          </p:cNvPr>
          <p:cNvSpPr/>
          <p:nvPr/>
        </p:nvSpPr>
        <p:spPr>
          <a:xfrm flipH="1">
            <a:off x="2518249" y="2589119"/>
            <a:ext cx="1023638" cy="2526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AE9284-0FDF-E5D9-0085-48F8A8E2ED8B}"/>
              </a:ext>
            </a:extLst>
          </p:cNvPr>
          <p:cNvSpPr txBox="1"/>
          <p:nvPr/>
        </p:nvSpPr>
        <p:spPr>
          <a:xfrm>
            <a:off x="7602071" y="1720479"/>
            <a:ext cx="410749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12. Configuration – Bus Parameters</a:t>
            </a:r>
          </a:p>
          <a:p>
            <a:endParaRPr lang="en-US" altLang="ko-KR" dirty="0"/>
          </a:p>
          <a:p>
            <a:r>
              <a:rPr lang="en-US" altLang="ko-KR" dirty="0"/>
              <a:t>Baud Rate : VAT</a:t>
            </a:r>
            <a:r>
              <a:rPr lang="ko-KR" altLang="en-US" dirty="0"/>
              <a:t> </a:t>
            </a:r>
            <a:r>
              <a:rPr lang="en-US" altLang="ko-KR" dirty="0"/>
              <a:t>Board</a:t>
            </a:r>
            <a:r>
              <a:rPr lang="ko-KR" altLang="en-US" dirty="0"/>
              <a:t>에 설정 되어 있는 속도로 선택 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500k)</a:t>
            </a:r>
          </a:p>
          <a:p>
            <a:endParaRPr lang="en-US" altLang="ko-KR" dirty="0"/>
          </a:p>
          <a:p>
            <a:r>
              <a:rPr lang="en-US" altLang="ko-KR" dirty="0"/>
              <a:t>Apply Click</a:t>
            </a:r>
          </a:p>
        </p:txBody>
      </p:sp>
    </p:spTree>
    <p:extLst>
      <p:ext uri="{BB962C8B-B14F-4D97-AF65-F5344CB8AC3E}">
        <p14:creationId xmlns:p14="http://schemas.microsoft.com/office/powerpoint/2010/main" val="346351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CAEC-DFEA-CA0B-A7D4-20FE8EBF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3403B-F734-D27E-DF2A-36838416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F06F7F-6DBF-F27F-852F-CF61A6AF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17" y="1300384"/>
            <a:ext cx="3086531" cy="4848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F94F81-309C-9859-3646-3B9318FCC2B9}"/>
              </a:ext>
            </a:extLst>
          </p:cNvPr>
          <p:cNvSpPr txBox="1"/>
          <p:nvPr/>
        </p:nvSpPr>
        <p:spPr>
          <a:xfrm>
            <a:off x="604215" y="100586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오른쪽 마우스 클릭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C09962-71E0-81B2-EDCD-5EB0F2D01A5C}"/>
              </a:ext>
            </a:extLst>
          </p:cNvPr>
          <p:cNvSpPr/>
          <p:nvPr/>
        </p:nvSpPr>
        <p:spPr>
          <a:xfrm flipH="1">
            <a:off x="2250339" y="2526366"/>
            <a:ext cx="1097416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DB903-D764-CF83-F0FE-7B2892D10BE7}"/>
              </a:ext>
            </a:extLst>
          </p:cNvPr>
          <p:cNvSpPr txBox="1"/>
          <p:nvPr/>
        </p:nvSpPr>
        <p:spPr>
          <a:xfrm>
            <a:off x="3417278" y="248597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A0A3733-3C42-A27E-659A-93E4FA64FE3B}"/>
              </a:ext>
            </a:extLst>
          </p:cNvPr>
          <p:cNvSpPr/>
          <p:nvPr/>
        </p:nvSpPr>
        <p:spPr>
          <a:xfrm>
            <a:off x="4371597" y="2485975"/>
            <a:ext cx="201713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31C144-6E61-03EE-D347-02D190F86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895" y="1879007"/>
            <a:ext cx="3629532" cy="1457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4EC975-395D-3EE0-49F9-2B27788955B9}"/>
              </a:ext>
            </a:extLst>
          </p:cNvPr>
          <p:cNvSpPr txBox="1"/>
          <p:nvPr/>
        </p:nvSpPr>
        <p:spPr>
          <a:xfrm>
            <a:off x="8197321" y="296720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DC5D27-2796-6860-92D6-BFEDB2523628}"/>
              </a:ext>
            </a:extLst>
          </p:cNvPr>
          <p:cNvSpPr/>
          <p:nvPr/>
        </p:nvSpPr>
        <p:spPr>
          <a:xfrm flipH="1">
            <a:off x="8866094" y="2967203"/>
            <a:ext cx="751948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4F0321-9882-7B7F-1A2C-C80D415E995A}"/>
              </a:ext>
            </a:extLst>
          </p:cNvPr>
          <p:cNvSpPr txBox="1"/>
          <p:nvPr/>
        </p:nvSpPr>
        <p:spPr>
          <a:xfrm>
            <a:off x="5284151" y="4337355"/>
            <a:ext cx="337419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13. Master Board</a:t>
            </a:r>
            <a:r>
              <a:rPr lang="ko-KR" altLang="en-US" dirty="0"/>
              <a:t>를 </a:t>
            </a:r>
            <a:r>
              <a:rPr lang="ko-KR" altLang="en-US" dirty="0" err="1"/>
              <a:t>우클릭</a:t>
            </a:r>
            <a:r>
              <a:rPr lang="ko-KR" altLang="en-US" dirty="0"/>
              <a:t> 후 </a:t>
            </a:r>
            <a:endParaRPr lang="en-US" altLang="ko-KR" dirty="0"/>
          </a:p>
          <a:p>
            <a:r>
              <a:rPr lang="en-US" altLang="ko-KR" dirty="0"/>
              <a:t>Download </a:t>
            </a:r>
            <a:r>
              <a:rPr lang="ko-KR" altLang="en-US" dirty="0"/>
              <a:t>클릭 후 </a:t>
            </a:r>
            <a:endParaRPr lang="en-US" altLang="ko-KR" dirty="0"/>
          </a:p>
          <a:p>
            <a:r>
              <a:rPr lang="ko-KR" altLang="en-US" dirty="0"/>
              <a:t>알람 창 </a:t>
            </a:r>
            <a:r>
              <a:rPr lang="en-US" altLang="ko-KR" dirty="0"/>
              <a:t>“</a:t>
            </a:r>
            <a:r>
              <a:rPr lang="ko-KR" altLang="en-US" dirty="0"/>
              <a:t>예</a:t>
            </a:r>
            <a:r>
              <a:rPr lang="en-US" altLang="ko-KR" dirty="0"/>
              <a:t>”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누르면 </a:t>
            </a:r>
            <a:endParaRPr lang="en-US" altLang="ko-KR" dirty="0"/>
          </a:p>
          <a:p>
            <a:r>
              <a:rPr lang="ko-KR" altLang="en-US" dirty="0"/>
              <a:t>다운로드 진행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338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82F2-CB31-A329-981D-3BAE60A9E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81A7D-2082-B46B-2B0B-71F9D976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663B8D-7BC7-0936-B453-FD9990258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815"/>
          <a:stretch>
            <a:fillRect/>
          </a:stretch>
        </p:blipFill>
        <p:spPr>
          <a:xfrm>
            <a:off x="1737817" y="1300384"/>
            <a:ext cx="3086531" cy="2966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2F2746-E34A-9545-0BBB-4E993DFA1ADC}"/>
              </a:ext>
            </a:extLst>
          </p:cNvPr>
          <p:cNvSpPr txBox="1"/>
          <p:nvPr/>
        </p:nvSpPr>
        <p:spPr>
          <a:xfrm>
            <a:off x="604215" y="100586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오른쪽 마우스 클릭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9DDD9A-2E03-3E4E-79D9-003CD4199C6C}"/>
              </a:ext>
            </a:extLst>
          </p:cNvPr>
          <p:cNvSpPr txBox="1"/>
          <p:nvPr/>
        </p:nvSpPr>
        <p:spPr>
          <a:xfrm>
            <a:off x="3506925" y="368164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F6777DF-8950-D21F-5157-BCEF7A320822}"/>
              </a:ext>
            </a:extLst>
          </p:cNvPr>
          <p:cNvSpPr/>
          <p:nvPr/>
        </p:nvSpPr>
        <p:spPr>
          <a:xfrm>
            <a:off x="4344703" y="3676140"/>
            <a:ext cx="201713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C9454-18E1-ADC7-2FD8-4B2C0B51386A}"/>
              </a:ext>
            </a:extLst>
          </p:cNvPr>
          <p:cNvSpPr txBox="1"/>
          <p:nvPr/>
        </p:nvSpPr>
        <p:spPr>
          <a:xfrm>
            <a:off x="4844895" y="58884"/>
            <a:ext cx="605486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14. </a:t>
            </a:r>
            <a:r>
              <a:rPr lang="ko-KR" altLang="en-US" dirty="0"/>
              <a:t>다운로드 완료 후 </a:t>
            </a:r>
            <a:endParaRPr lang="en-US" altLang="ko-KR" dirty="0"/>
          </a:p>
          <a:p>
            <a:r>
              <a:rPr lang="en-US" altLang="ko-KR" dirty="0"/>
              <a:t>Network Scan Click</a:t>
            </a:r>
          </a:p>
          <a:p>
            <a:endParaRPr lang="en-US" altLang="ko-KR" dirty="0"/>
          </a:p>
          <a:p>
            <a:r>
              <a:rPr lang="en-US" altLang="ko-KR" dirty="0"/>
              <a:t>DTM Device</a:t>
            </a:r>
            <a:r>
              <a:rPr lang="ko-KR" altLang="en-US" dirty="0"/>
              <a:t>에  </a:t>
            </a:r>
            <a:r>
              <a:rPr lang="en-US" altLang="ko-KR" dirty="0"/>
              <a:t>VAT</a:t>
            </a:r>
            <a:r>
              <a:rPr lang="ko-KR" altLang="en-US" dirty="0"/>
              <a:t> </a:t>
            </a:r>
            <a:r>
              <a:rPr lang="en-US" altLang="ko-KR" dirty="0"/>
              <a:t>Card</a:t>
            </a:r>
            <a:r>
              <a:rPr lang="ko-KR" altLang="en-US" dirty="0"/>
              <a:t>가 제대로 되어 있는지 확인 후 </a:t>
            </a:r>
            <a:endParaRPr lang="en-US" altLang="ko-KR" dirty="0"/>
          </a:p>
          <a:p>
            <a:r>
              <a:rPr lang="en-US" altLang="ko-KR" dirty="0"/>
              <a:t>Create Devices Click</a:t>
            </a:r>
          </a:p>
          <a:p>
            <a:endParaRPr lang="en-US" altLang="ko-KR" dirty="0"/>
          </a:p>
          <a:p>
            <a:r>
              <a:rPr lang="ko-KR" altLang="en-US" dirty="0"/>
              <a:t>알람 창 예 </a:t>
            </a:r>
            <a:r>
              <a:rPr lang="en-US" altLang="ko-KR" dirty="0"/>
              <a:t>click =&gt; VAT Board(Slave</a:t>
            </a:r>
            <a:r>
              <a:rPr lang="ko-KR" altLang="en-US" dirty="0"/>
              <a:t>가 생성</a:t>
            </a:r>
            <a:r>
              <a:rPr lang="en-US" altLang="ko-KR" dirty="0"/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F260C9-0127-67A9-9CBF-B42AD9CDA27C}"/>
              </a:ext>
            </a:extLst>
          </p:cNvPr>
          <p:cNvSpPr/>
          <p:nvPr/>
        </p:nvSpPr>
        <p:spPr>
          <a:xfrm flipH="1">
            <a:off x="2309567" y="3762426"/>
            <a:ext cx="1097416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D24777-AC47-1733-CB9C-36F28FDC3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45" y="2367208"/>
            <a:ext cx="5419108" cy="318243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F73C52-35B7-C7BE-9123-3DD074C33B43}"/>
              </a:ext>
            </a:extLst>
          </p:cNvPr>
          <p:cNvSpPr/>
          <p:nvPr/>
        </p:nvSpPr>
        <p:spPr>
          <a:xfrm flipH="1">
            <a:off x="9633337" y="3018356"/>
            <a:ext cx="1097416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C01814-EED4-21B7-8587-AF4587DE9436}"/>
              </a:ext>
            </a:extLst>
          </p:cNvPr>
          <p:cNvSpPr/>
          <p:nvPr/>
        </p:nvSpPr>
        <p:spPr>
          <a:xfrm flipH="1">
            <a:off x="10001285" y="5125061"/>
            <a:ext cx="1097416" cy="288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8B21A-10AF-E2E2-85D4-3440E7854772}"/>
              </a:ext>
            </a:extLst>
          </p:cNvPr>
          <p:cNvSpPr txBox="1"/>
          <p:nvPr/>
        </p:nvSpPr>
        <p:spPr>
          <a:xfrm>
            <a:off x="10162261" y="5413612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FC70DBE-0AD5-6FC2-BD3C-5A23819E1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24" y="4511719"/>
            <a:ext cx="5249805" cy="158594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6BFAAAD-0555-9F7A-6525-896A97FF2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761" y="5289042"/>
            <a:ext cx="2194655" cy="1469100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A5F49D7-4013-06D6-5580-B730AABF8A9A}"/>
              </a:ext>
            </a:extLst>
          </p:cNvPr>
          <p:cNvSpPr/>
          <p:nvPr/>
        </p:nvSpPr>
        <p:spPr>
          <a:xfrm rot="10319505">
            <a:off x="7001482" y="5762066"/>
            <a:ext cx="2946780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8B7B4A-3892-46AB-C8D0-294CF7887F45}"/>
              </a:ext>
            </a:extLst>
          </p:cNvPr>
          <p:cNvSpPr txBox="1"/>
          <p:nvPr/>
        </p:nvSpPr>
        <p:spPr>
          <a:xfrm>
            <a:off x="5413331" y="6133581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36ACBB-6331-DD4F-AFF3-FD29E4BB1983}"/>
              </a:ext>
            </a:extLst>
          </p:cNvPr>
          <p:cNvSpPr/>
          <p:nvPr/>
        </p:nvSpPr>
        <p:spPr>
          <a:xfrm flipH="1">
            <a:off x="6258226" y="6240671"/>
            <a:ext cx="465534" cy="1551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3B685D-24FF-87EB-F73E-7C64F9585370}"/>
              </a:ext>
            </a:extLst>
          </p:cNvPr>
          <p:cNvSpPr/>
          <p:nvPr/>
        </p:nvSpPr>
        <p:spPr>
          <a:xfrm flipH="1">
            <a:off x="1269593" y="5125060"/>
            <a:ext cx="3901167" cy="5406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FC2045A4-DE2F-FAC7-6AAC-6ED8E78DE7C7}"/>
              </a:ext>
            </a:extLst>
          </p:cNvPr>
          <p:cNvSpPr/>
          <p:nvPr/>
        </p:nvSpPr>
        <p:spPr>
          <a:xfrm rot="11711374">
            <a:off x="2098479" y="5794042"/>
            <a:ext cx="2946780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236C-0E8A-0441-B9BA-FF79AED4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8C3EC-DE8C-B0BC-52D4-C669CB74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(Slave)</a:t>
            </a:r>
            <a:endParaRPr lang="ko-KR" altLang="en-US" sz="2400" u="sng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96AE36-A150-1F11-B983-C558D88AD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55" y="1256186"/>
            <a:ext cx="2629267" cy="391532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1A9762-C3BC-CE45-865C-AB9A42CD998D}"/>
              </a:ext>
            </a:extLst>
          </p:cNvPr>
          <p:cNvSpPr/>
          <p:nvPr/>
        </p:nvSpPr>
        <p:spPr>
          <a:xfrm flipH="1">
            <a:off x="1197944" y="2023275"/>
            <a:ext cx="899797" cy="2089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F1F4F2-E110-8769-A551-E96B59C9DD3D}"/>
              </a:ext>
            </a:extLst>
          </p:cNvPr>
          <p:cNvSpPr txBox="1"/>
          <p:nvPr/>
        </p:nvSpPr>
        <p:spPr>
          <a:xfrm>
            <a:off x="2097741" y="194307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B2B3B48-302A-FC68-55CB-32CB853A7020}"/>
              </a:ext>
            </a:extLst>
          </p:cNvPr>
          <p:cNvSpPr/>
          <p:nvPr/>
        </p:nvSpPr>
        <p:spPr>
          <a:xfrm rot="10800000">
            <a:off x="3555808" y="1336351"/>
            <a:ext cx="666568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96E2F4-F77C-BF73-E73D-4F5386B312D1}"/>
              </a:ext>
            </a:extLst>
          </p:cNvPr>
          <p:cNvSpPr txBox="1"/>
          <p:nvPr/>
        </p:nvSpPr>
        <p:spPr>
          <a:xfrm>
            <a:off x="4303058" y="1336351"/>
            <a:ext cx="343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초록불이 꺼지면 연결해제 완료</a:t>
            </a:r>
            <a:endParaRPr lang="en-US" altLang="ko-K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71C8D0-6BC7-4E98-54BC-0E45C38E526D}"/>
              </a:ext>
            </a:extLst>
          </p:cNvPr>
          <p:cNvSpPr txBox="1"/>
          <p:nvPr/>
        </p:nvSpPr>
        <p:spPr>
          <a:xfrm>
            <a:off x="571682" y="886854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오른쪽 마우스 클릭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2B66F1-639B-0930-3521-2BF841976612}"/>
              </a:ext>
            </a:extLst>
          </p:cNvPr>
          <p:cNvSpPr txBox="1"/>
          <p:nvPr/>
        </p:nvSpPr>
        <p:spPr>
          <a:xfrm>
            <a:off x="4495271" y="2863183"/>
            <a:ext cx="522598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15. </a:t>
            </a:r>
            <a:r>
              <a:rPr lang="ko-KR" altLang="en-US" dirty="0"/>
              <a:t>연결되어 있는 </a:t>
            </a:r>
            <a:r>
              <a:rPr lang="en-US" altLang="ko-KR" dirty="0"/>
              <a:t>VAT Board</a:t>
            </a:r>
            <a:r>
              <a:rPr lang="ko-KR" altLang="en-US" dirty="0"/>
              <a:t>를 </a:t>
            </a:r>
            <a:r>
              <a:rPr lang="en-US" altLang="ko-KR" dirty="0"/>
              <a:t>disconnect 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181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0228-99DF-A6F0-AF4B-68CF9A1D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94617-DC0C-186E-E78F-8B8ECB65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(Slave)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50AD53-6197-DBAC-248D-E7477A28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82" y="1256186"/>
            <a:ext cx="2638793" cy="400105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000C179-0A86-0FF5-3754-95E8F7E221E1}"/>
              </a:ext>
            </a:extLst>
          </p:cNvPr>
          <p:cNvSpPr/>
          <p:nvPr/>
        </p:nvSpPr>
        <p:spPr>
          <a:xfrm flipH="1">
            <a:off x="1197944" y="3509197"/>
            <a:ext cx="899797" cy="2089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7228D-3DD9-2D3F-0D88-6F3DB54A0049}"/>
              </a:ext>
            </a:extLst>
          </p:cNvPr>
          <p:cNvSpPr txBox="1"/>
          <p:nvPr/>
        </p:nvSpPr>
        <p:spPr>
          <a:xfrm>
            <a:off x="2097741" y="342900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C8B4B-368E-B8E6-5697-6A86F78DA4AD}"/>
              </a:ext>
            </a:extLst>
          </p:cNvPr>
          <p:cNvSpPr txBox="1"/>
          <p:nvPr/>
        </p:nvSpPr>
        <p:spPr>
          <a:xfrm>
            <a:off x="571682" y="886854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오른쪽 마우스 클릭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54DCEF8-6DB1-CEE1-E526-C72019B0F102}"/>
              </a:ext>
            </a:extLst>
          </p:cNvPr>
          <p:cNvSpPr/>
          <p:nvPr/>
        </p:nvSpPr>
        <p:spPr>
          <a:xfrm>
            <a:off x="2828168" y="3465053"/>
            <a:ext cx="201713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7157B1A-E1B8-F362-1521-EB5643115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702" y="2238352"/>
            <a:ext cx="6118063" cy="434634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4C8A35-5065-1C8F-AD7A-2625B3F73671}"/>
              </a:ext>
            </a:extLst>
          </p:cNvPr>
          <p:cNvSpPr/>
          <p:nvPr/>
        </p:nvSpPr>
        <p:spPr>
          <a:xfrm flipH="1">
            <a:off x="5196202" y="3047776"/>
            <a:ext cx="899797" cy="2781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F4794D-D4CB-9FF0-F256-BB957CD12E32}"/>
              </a:ext>
            </a:extLst>
          </p:cNvPr>
          <p:cNvSpPr/>
          <p:nvPr/>
        </p:nvSpPr>
        <p:spPr>
          <a:xfrm flipH="1">
            <a:off x="6319633" y="3324531"/>
            <a:ext cx="574226" cy="1846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3BAE09-C50C-B8DE-330A-6632BDACEA6D}"/>
              </a:ext>
            </a:extLst>
          </p:cNvPr>
          <p:cNvSpPr txBox="1"/>
          <p:nvPr/>
        </p:nvSpPr>
        <p:spPr>
          <a:xfrm>
            <a:off x="6514483" y="295519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Check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CDCE4-CF87-F8F5-D517-ACE02D6E4C33}"/>
              </a:ext>
            </a:extLst>
          </p:cNvPr>
          <p:cNvSpPr txBox="1"/>
          <p:nvPr/>
        </p:nvSpPr>
        <p:spPr>
          <a:xfrm>
            <a:off x="5134702" y="379023"/>
            <a:ext cx="340866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16. Configuration Click</a:t>
            </a:r>
          </a:p>
          <a:p>
            <a:endParaRPr lang="en-US" altLang="ko-KR" dirty="0"/>
          </a:p>
          <a:p>
            <a:r>
              <a:rPr lang="en-US" altLang="ko-KR" dirty="0"/>
              <a:t>Configuration – General</a:t>
            </a:r>
          </a:p>
          <a:p>
            <a:endParaRPr lang="en-US" altLang="ko-KR" dirty="0"/>
          </a:p>
          <a:p>
            <a:r>
              <a:rPr lang="en-US" altLang="ko-KR" u="sng" dirty="0"/>
              <a:t>UCMM Check </a:t>
            </a:r>
            <a:r>
              <a:rPr lang="ko-KR" altLang="en-US" u="sng" dirty="0"/>
              <a:t>후 </a:t>
            </a:r>
            <a:r>
              <a:rPr lang="en-US" altLang="ko-KR" u="sng" dirty="0"/>
              <a:t>Apply Click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5BD684-C2BB-8164-6EE4-BCD8A0D973B3}"/>
              </a:ext>
            </a:extLst>
          </p:cNvPr>
          <p:cNvSpPr/>
          <p:nvPr/>
        </p:nvSpPr>
        <p:spPr>
          <a:xfrm flipH="1">
            <a:off x="10156527" y="6229096"/>
            <a:ext cx="574226" cy="1846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C4E6D-E88D-C1E9-EF40-25B9FE775AA8}"/>
              </a:ext>
            </a:extLst>
          </p:cNvPr>
          <p:cNvSpPr txBox="1"/>
          <p:nvPr/>
        </p:nvSpPr>
        <p:spPr>
          <a:xfrm>
            <a:off x="10156527" y="5859764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4632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76D5-5FD3-C41D-3C52-E313F1F1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6EA0-0C68-58FA-C6CA-230D07A6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(Slave)</a:t>
            </a:r>
            <a:endParaRPr lang="ko-KR" altLang="en-US" sz="2400" u="sng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88CE64-7198-E769-F061-293A668AF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29" y="977152"/>
            <a:ext cx="7419699" cy="536761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AEB1ED8-87E8-3CC4-15AF-B21D49CEDC31}"/>
              </a:ext>
            </a:extLst>
          </p:cNvPr>
          <p:cNvSpPr/>
          <p:nvPr/>
        </p:nvSpPr>
        <p:spPr>
          <a:xfrm flipH="1">
            <a:off x="920037" y="2163650"/>
            <a:ext cx="899797" cy="2781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1D9B3-4E70-E85F-839C-5A8EDC26D580}"/>
              </a:ext>
            </a:extLst>
          </p:cNvPr>
          <p:cNvSpPr txBox="1"/>
          <p:nvPr/>
        </p:nvSpPr>
        <p:spPr>
          <a:xfrm>
            <a:off x="1485447" y="192890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8F86DC-4446-F88C-F3CD-2A8105FA70B3}"/>
              </a:ext>
            </a:extLst>
          </p:cNvPr>
          <p:cNvSpPr/>
          <p:nvPr/>
        </p:nvSpPr>
        <p:spPr>
          <a:xfrm flipH="1">
            <a:off x="2122336" y="1719961"/>
            <a:ext cx="4663945" cy="15969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2081E2-7898-33CD-B111-FB4444B4EF63}"/>
              </a:ext>
            </a:extLst>
          </p:cNvPr>
          <p:cNvSpPr txBox="1"/>
          <p:nvPr/>
        </p:nvSpPr>
        <p:spPr>
          <a:xfrm>
            <a:off x="4169424" y="2298232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B1EA4C-0401-98EA-3F70-AF40822D1301}"/>
              </a:ext>
            </a:extLst>
          </p:cNvPr>
          <p:cNvSpPr txBox="1"/>
          <p:nvPr/>
        </p:nvSpPr>
        <p:spPr>
          <a:xfrm>
            <a:off x="8365332" y="2951893"/>
            <a:ext cx="34086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17. </a:t>
            </a:r>
            <a:r>
              <a:rPr lang="ko-KR" altLang="en-US" dirty="0"/>
              <a:t>통신</a:t>
            </a:r>
            <a:r>
              <a:rPr lang="en-US" altLang="ko-KR" dirty="0"/>
              <a:t> </a:t>
            </a:r>
            <a:r>
              <a:rPr lang="ko-KR" altLang="en-US" dirty="0"/>
              <a:t>방식 설정</a:t>
            </a:r>
            <a:endParaRPr lang="en-US" altLang="ko-KR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B0E22-E8BB-4F4E-26E4-5DFAFB929F63}"/>
              </a:ext>
            </a:extLst>
          </p:cNvPr>
          <p:cNvSpPr txBox="1"/>
          <p:nvPr/>
        </p:nvSpPr>
        <p:spPr>
          <a:xfrm>
            <a:off x="8517732" y="3104293"/>
            <a:ext cx="34086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17. </a:t>
            </a:r>
            <a:r>
              <a:rPr lang="ko-KR" altLang="en-US" dirty="0"/>
              <a:t>통신</a:t>
            </a:r>
            <a:r>
              <a:rPr lang="en-US" altLang="ko-KR" dirty="0"/>
              <a:t> </a:t>
            </a:r>
            <a:r>
              <a:rPr lang="ko-KR" altLang="en-US" dirty="0"/>
              <a:t>방식 설정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771791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2B88-6E1C-7D52-6624-482C8B3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64AE4-5A46-8481-DAC9-75EAC6EB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(Slave)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FB995B-5CC9-5FBC-BA51-3C17D87D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4" y="926171"/>
            <a:ext cx="7827637" cy="558628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CFD1DFE-59D2-007A-1FF4-008DC41430C3}"/>
              </a:ext>
            </a:extLst>
          </p:cNvPr>
          <p:cNvSpPr/>
          <p:nvPr/>
        </p:nvSpPr>
        <p:spPr>
          <a:xfrm flipH="1">
            <a:off x="902107" y="2333979"/>
            <a:ext cx="352951" cy="2568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B0717-660D-DE51-266F-65B0D6E0E047}"/>
              </a:ext>
            </a:extLst>
          </p:cNvPr>
          <p:cNvSpPr txBox="1"/>
          <p:nvPr/>
        </p:nvSpPr>
        <p:spPr>
          <a:xfrm>
            <a:off x="1255058" y="2277723"/>
            <a:ext cx="66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282AE0-F87A-7BE7-F762-6A882D2F8899}"/>
              </a:ext>
            </a:extLst>
          </p:cNvPr>
          <p:cNvSpPr/>
          <p:nvPr/>
        </p:nvSpPr>
        <p:spPr>
          <a:xfrm flipH="1">
            <a:off x="2058553" y="1994913"/>
            <a:ext cx="5955893" cy="17971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D2BE9-D0A6-A7F5-4B63-95D77EF1A0B4}"/>
              </a:ext>
            </a:extLst>
          </p:cNvPr>
          <p:cNvSpPr txBox="1"/>
          <p:nvPr/>
        </p:nvSpPr>
        <p:spPr>
          <a:xfrm>
            <a:off x="8365332" y="2951893"/>
            <a:ext cx="34086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18. Byte</a:t>
            </a:r>
            <a:r>
              <a:rPr lang="ko-KR" altLang="en-US" dirty="0"/>
              <a:t> 설정 후 </a:t>
            </a:r>
            <a:r>
              <a:rPr lang="en-US" altLang="ko-KR" dirty="0"/>
              <a:t>Apply Click</a:t>
            </a:r>
          </a:p>
        </p:txBody>
      </p:sp>
    </p:spTree>
    <p:extLst>
      <p:ext uri="{BB962C8B-B14F-4D97-AF65-F5344CB8AC3E}">
        <p14:creationId xmlns:p14="http://schemas.microsoft.com/office/powerpoint/2010/main" val="480411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124D-09EF-157B-6213-AFCB65D7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673D0-A27D-E1C1-8676-50F4706F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873AFE-0476-7B40-3A23-162DC760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37" y="1113791"/>
            <a:ext cx="2772162" cy="466790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B6E8434-F2A0-8EE3-4AC8-40D1D8773678}"/>
              </a:ext>
            </a:extLst>
          </p:cNvPr>
          <p:cNvSpPr/>
          <p:nvPr/>
        </p:nvSpPr>
        <p:spPr>
          <a:xfrm flipH="1">
            <a:off x="1117258" y="2254688"/>
            <a:ext cx="690785" cy="2568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109F7-897B-F4F1-E487-CC0D6D4CF511}"/>
              </a:ext>
            </a:extLst>
          </p:cNvPr>
          <p:cNvSpPr txBox="1"/>
          <p:nvPr/>
        </p:nvSpPr>
        <p:spPr>
          <a:xfrm>
            <a:off x="1900518" y="2198432"/>
            <a:ext cx="66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5BD6307-D591-3151-279C-3193A1301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484" y="1255325"/>
            <a:ext cx="4515480" cy="1886213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82887CC0-9929-0A24-DE21-A85FB7088606}"/>
              </a:ext>
            </a:extLst>
          </p:cNvPr>
          <p:cNvSpPr/>
          <p:nvPr/>
        </p:nvSpPr>
        <p:spPr>
          <a:xfrm>
            <a:off x="3286599" y="2198431"/>
            <a:ext cx="201713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CD89BE-6B3A-1AF6-65AA-E4FC6A94E02F}"/>
              </a:ext>
            </a:extLst>
          </p:cNvPr>
          <p:cNvSpPr/>
          <p:nvPr/>
        </p:nvSpPr>
        <p:spPr>
          <a:xfrm flipH="1">
            <a:off x="7756846" y="2520042"/>
            <a:ext cx="782940" cy="2262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C10A3-ED6B-9DB9-1150-34D3D17515EE}"/>
              </a:ext>
            </a:extLst>
          </p:cNvPr>
          <p:cNvSpPr txBox="1"/>
          <p:nvPr/>
        </p:nvSpPr>
        <p:spPr>
          <a:xfrm>
            <a:off x="6962891" y="2448518"/>
            <a:ext cx="66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E8730942-3A00-F549-E2DC-03DB23EBB806}"/>
              </a:ext>
            </a:extLst>
          </p:cNvPr>
          <p:cNvSpPr/>
          <p:nvPr/>
        </p:nvSpPr>
        <p:spPr>
          <a:xfrm rot="5400000">
            <a:off x="7139747" y="3950869"/>
            <a:ext cx="2017137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866F85-C20C-34E6-F572-132CBFCFE4E1}"/>
              </a:ext>
            </a:extLst>
          </p:cNvPr>
          <p:cNvSpPr txBox="1"/>
          <p:nvPr/>
        </p:nvSpPr>
        <p:spPr>
          <a:xfrm>
            <a:off x="7038667" y="5292357"/>
            <a:ext cx="25409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DeviceNet</a:t>
            </a:r>
            <a:r>
              <a:rPr lang="en-US" altLang="ko-KR" dirty="0"/>
              <a:t> </a:t>
            </a:r>
            <a:r>
              <a:rPr lang="ko-KR" altLang="en-US" dirty="0"/>
              <a:t>연결 완료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9D55D4-6364-0E1A-BA54-B034222343A8}"/>
              </a:ext>
            </a:extLst>
          </p:cNvPr>
          <p:cNvSpPr txBox="1"/>
          <p:nvPr/>
        </p:nvSpPr>
        <p:spPr>
          <a:xfrm>
            <a:off x="3215213" y="3543248"/>
            <a:ext cx="451548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18. Slave </a:t>
            </a:r>
            <a:r>
              <a:rPr lang="ko-KR" altLang="en-US" dirty="0"/>
              <a:t>설정 완료 후  </a:t>
            </a:r>
            <a:endParaRPr lang="en-US" altLang="ko-KR" dirty="0"/>
          </a:p>
          <a:p>
            <a:r>
              <a:rPr lang="en-US" altLang="ko-KR" dirty="0"/>
              <a:t>Master</a:t>
            </a:r>
            <a:r>
              <a:rPr lang="ko-KR" altLang="en-US" dirty="0"/>
              <a:t>를 한번 더 </a:t>
            </a:r>
            <a:r>
              <a:rPr lang="en-US" altLang="ko-KR" dirty="0"/>
              <a:t>Download </a:t>
            </a:r>
            <a:r>
              <a:rPr lang="ko-KR" altLang="en-US" dirty="0"/>
              <a:t>해줘야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=&gt; </a:t>
            </a:r>
            <a:r>
              <a:rPr lang="ko-KR" altLang="en-US" dirty="0"/>
              <a:t>연결이 완료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8488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3938-FB25-4A37-6777-CF4C9C74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040A9-6095-5A45-927C-5755F68BB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400" u="sng" dirty="0"/>
              <a:t>Sycon.net </a:t>
            </a:r>
            <a:r>
              <a:rPr lang="ko-KR" altLang="en-US" sz="2400" u="sng" dirty="0"/>
              <a:t>실행하기 </a:t>
            </a:r>
            <a:r>
              <a:rPr lang="en-US" altLang="ko-KR" sz="2400" u="sng" dirty="0"/>
              <a:t>(Master)</a:t>
            </a:r>
            <a:endParaRPr lang="ko-KR" altLang="en-US" sz="24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499324-1FBA-BB1F-C1D3-B106FC214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80" y="1354060"/>
            <a:ext cx="7468642" cy="231489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8A6B4E-B114-E724-44B7-A4EC89940C58}"/>
              </a:ext>
            </a:extLst>
          </p:cNvPr>
          <p:cNvSpPr/>
          <p:nvPr/>
        </p:nvSpPr>
        <p:spPr>
          <a:xfrm flipH="1">
            <a:off x="1117257" y="2088776"/>
            <a:ext cx="690785" cy="4227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D87CD-B8B9-4CB6-C6A4-4E8775EF2815}"/>
              </a:ext>
            </a:extLst>
          </p:cNvPr>
          <p:cNvSpPr txBox="1"/>
          <p:nvPr/>
        </p:nvSpPr>
        <p:spPr>
          <a:xfrm>
            <a:off x="685280" y="2567112"/>
            <a:ext cx="170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Double</a:t>
            </a:r>
            <a:r>
              <a:rPr lang="ko-KR" altLang="en-US" dirty="0"/>
              <a:t>  </a:t>
            </a:r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ED3FC0-78A7-29E1-EFFC-55DC0FC5A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293" y="1889774"/>
            <a:ext cx="5970274" cy="4840941"/>
          </a:xfrm>
          <a:prstGeom prst="rect">
            <a:avLst/>
          </a:prstGeom>
        </p:spPr>
      </p:pic>
      <p:sp>
        <p:nvSpPr>
          <p:cNvPr id="12" name="화살표: 위로 굽음 11">
            <a:extLst>
              <a:ext uri="{FF2B5EF4-FFF2-40B4-BE49-F238E27FC236}">
                <a16:creationId xmlns:a16="http://schemas.microsoft.com/office/drawing/2014/main" id="{37B499BB-04CE-A344-33D9-1A3DDB859A90}"/>
              </a:ext>
            </a:extLst>
          </p:cNvPr>
          <p:cNvSpPr/>
          <p:nvPr/>
        </p:nvSpPr>
        <p:spPr>
          <a:xfrm rot="5400000">
            <a:off x="1801423" y="2771096"/>
            <a:ext cx="1342353" cy="217277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85E05B-C5CD-9D1F-F865-A7156E80D03A}"/>
              </a:ext>
            </a:extLst>
          </p:cNvPr>
          <p:cNvSpPr txBox="1"/>
          <p:nvPr/>
        </p:nvSpPr>
        <p:spPr>
          <a:xfrm>
            <a:off x="6628881" y="3835340"/>
            <a:ext cx="217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연결 상태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07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59F0-2E65-C6EF-CEE5-21A79CDB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B9BCE-EAA7-01EE-E729-72518B6E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400" u="sng" dirty="0"/>
              <a:t>통신 확인하기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F26EC2-62F3-FEA3-1BFC-869A30152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34" y="1208456"/>
            <a:ext cx="5970274" cy="484094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F506F3E-1491-F292-F8C7-E86A55771A80}"/>
              </a:ext>
            </a:extLst>
          </p:cNvPr>
          <p:cNvSpPr/>
          <p:nvPr/>
        </p:nvSpPr>
        <p:spPr>
          <a:xfrm flipH="1">
            <a:off x="2551608" y="2178423"/>
            <a:ext cx="2594131" cy="6544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76C2D-73C1-7921-2888-44583EAEB781}"/>
              </a:ext>
            </a:extLst>
          </p:cNvPr>
          <p:cNvSpPr txBox="1"/>
          <p:nvPr/>
        </p:nvSpPr>
        <p:spPr>
          <a:xfrm>
            <a:off x="5242687" y="2043970"/>
            <a:ext cx="1706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그림과 같은 상태일때 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정상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614B3B-4461-8E32-9AF4-FB6475FC5D0A}"/>
              </a:ext>
            </a:extLst>
          </p:cNvPr>
          <p:cNvSpPr/>
          <p:nvPr/>
        </p:nvSpPr>
        <p:spPr>
          <a:xfrm flipH="1">
            <a:off x="1583420" y="2788006"/>
            <a:ext cx="801192" cy="313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58132EF-A096-A2A5-9A27-6A9F09A5B6D0}"/>
              </a:ext>
            </a:extLst>
          </p:cNvPr>
          <p:cNvSpPr/>
          <p:nvPr/>
        </p:nvSpPr>
        <p:spPr>
          <a:xfrm>
            <a:off x="2481560" y="2967300"/>
            <a:ext cx="5072134" cy="321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7D9C9-F233-F750-F99A-8FE4D26B04BA}"/>
              </a:ext>
            </a:extLst>
          </p:cNvPr>
          <p:cNvSpPr txBox="1"/>
          <p:nvPr/>
        </p:nvSpPr>
        <p:spPr>
          <a:xfrm>
            <a:off x="7745091" y="2136303"/>
            <a:ext cx="2666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Packet Monitor</a:t>
            </a:r>
          </a:p>
          <a:p>
            <a:r>
              <a:rPr lang="en-US" altLang="ko-KR" dirty="0"/>
              <a:t>=&gt;explicit message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ABDCF-378E-94A3-0359-A121D6063C3B}"/>
              </a:ext>
            </a:extLst>
          </p:cNvPr>
          <p:cNvSpPr txBox="1"/>
          <p:nvPr/>
        </p:nvSpPr>
        <p:spPr>
          <a:xfrm>
            <a:off x="7745090" y="3628926"/>
            <a:ext cx="2438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IO Monitor</a:t>
            </a:r>
          </a:p>
          <a:p>
            <a:r>
              <a:rPr lang="en-US" altLang="ko-KR" dirty="0"/>
              <a:t>=&gt; Polling Message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974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D0AF-DD34-CF08-8374-F09F7439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19C11-E249-FA4D-9170-4598566B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400" u="sng" dirty="0"/>
              <a:t>통신 확인하기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9543CE-CCF4-6FD3-E0D0-0741281A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30" y="2031491"/>
            <a:ext cx="6801799" cy="20767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F1694A-23FF-B15D-13A9-4D4FF26A2FC2}"/>
              </a:ext>
            </a:extLst>
          </p:cNvPr>
          <p:cNvSpPr/>
          <p:nvPr/>
        </p:nvSpPr>
        <p:spPr>
          <a:xfrm flipH="1">
            <a:off x="1180007" y="2415437"/>
            <a:ext cx="2594131" cy="1447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38653A-3457-1AB1-67F7-8CBCC6BD6687}"/>
              </a:ext>
            </a:extLst>
          </p:cNvPr>
          <p:cNvSpPr/>
          <p:nvPr/>
        </p:nvSpPr>
        <p:spPr>
          <a:xfrm flipH="1">
            <a:off x="3851488" y="2415437"/>
            <a:ext cx="3902982" cy="1447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CB0A5-0126-E0C2-CA90-40590D93856E}"/>
              </a:ext>
            </a:extLst>
          </p:cNvPr>
          <p:cNvSpPr txBox="1"/>
          <p:nvPr/>
        </p:nvSpPr>
        <p:spPr>
          <a:xfrm>
            <a:off x="1036630" y="1105879"/>
            <a:ext cx="2666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Packet Monitor</a:t>
            </a:r>
          </a:p>
          <a:p>
            <a:r>
              <a:rPr lang="en-US" altLang="ko-KR" dirty="0"/>
              <a:t>=&gt;explicit message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EBD6D-3AD3-1869-7121-F2A3170E930D}"/>
              </a:ext>
            </a:extLst>
          </p:cNvPr>
          <p:cNvSpPr txBox="1"/>
          <p:nvPr/>
        </p:nvSpPr>
        <p:spPr>
          <a:xfrm>
            <a:off x="2305398" y="2031491"/>
            <a:ext cx="106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Setting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47635-C4D4-FD0E-200D-7B29CAD136B2}"/>
              </a:ext>
            </a:extLst>
          </p:cNvPr>
          <p:cNvSpPr txBox="1"/>
          <p:nvPr/>
        </p:nvSpPr>
        <p:spPr>
          <a:xfrm>
            <a:off x="5071913" y="2046105"/>
            <a:ext cx="198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Explicit Message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7936F-9605-261F-1269-3AA049E60B16}"/>
              </a:ext>
            </a:extLst>
          </p:cNvPr>
          <p:cNvSpPr txBox="1"/>
          <p:nvPr/>
        </p:nvSpPr>
        <p:spPr>
          <a:xfrm>
            <a:off x="1107460" y="4602115"/>
            <a:ext cx="5096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Setting</a:t>
            </a:r>
            <a:r>
              <a:rPr lang="ko-KR" altLang="en-US" dirty="0"/>
              <a:t>값 입력</a:t>
            </a:r>
            <a:endParaRPr lang="en-US" altLang="ko-KR" dirty="0"/>
          </a:p>
          <a:p>
            <a:r>
              <a:rPr lang="en-US" altLang="ko-KR" dirty="0"/>
              <a:t>2. Send Data </a:t>
            </a:r>
            <a:r>
              <a:rPr lang="ko-KR" altLang="en-US" dirty="0"/>
              <a:t>항목 입력 후 아래</a:t>
            </a:r>
            <a:r>
              <a:rPr lang="en-US" altLang="ko-KR" dirty="0"/>
              <a:t> put</a:t>
            </a:r>
            <a:r>
              <a:rPr lang="ko-KR" altLang="en-US" dirty="0"/>
              <a:t> 버튼 클릭</a:t>
            </a:r>
          </a:p>
        </p:txBody>
      </p:sp>
    </p:spTree>
    <p:extLst>
      <p:ext uri="{BB962C8B-B14F-4D97-AF65-F5344CB8AC3E}">
        <p14:creationId xmlns:p14="http://schemas.microsoft.com/office/powerpoint/2010/main" val="2972422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ADDC-8625-D54C-6141-F4171521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4B9C6-2446-1F1F-378D-9C10E172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-211772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400" u="sng" dirty="0"/>
              <a:t>통신 확인하기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9BDF4-E8EB-AA49-7465-A9499EDF4605}"/>
              </a:ext>
            </a:extLst>
          </p:cNvPr>
          <p:cNvSpPr txBox="1"/>
          <p:nvPr/>
        </p:nvSpPr>
        <p:spPr>
          <a:xfrm>
            <a:off x="1048455" y="1405678"/>
            <a:ext cx="2438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IO Monitor</a:t>
            </a:r>
          </a:p>
          <a:p>
            <a:r>
              <a:rPr lang="en-US" altLang="ko-KR" dirty="0"/>
              <a:t>=&gt; Polling Message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75FF9A-AC91-B001-C9A6-4FD7BC0E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797" y="947391"/>
            <a:ext cx="6658904" cy="496321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00A56E3-7489-A7C4-0250-43C3451DAFE8}"/>
              </a:ext>
            </a:extLst>
          </p:cNvPr>
          <p:cNvSpPr/>
          <p:nvPr/>
        </p:nvSpPr>
        <p:spPr>
          <a:xfrm flipH="1">
            <a:off x="4909323" y="3544989"/>
            <a:ext cx="6870301" cy="20041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2E91FF-F068-3482-8695-31C6221CC3D3}"/>
              </a:ext>
            </a:extLst>
          </p:cNvPr>
          <p:cNvSpPr/>
          <p:nvPr/>
        </p:nvSpPr>
        <p:spPr>
          <a:xfrm flipH="1">
            <a:off x="10840105" y="5560986"/>
            <a:ext cx="808595" cy="3496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CDD0E-3ED4-B4A7-3BCE-86B07E58847F}"/>
              </a:ext>
            </a:extLst>
          </p:cNvPr>
          <p:cNvSpPr txBox="1"/>
          <p:nvPr/>
        </p:nvSpPr>
        <p:spPr>
          <a:xfrm>
            <a:off x="1" y="3429000"/>
            <a:ext cx="4778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/>
              <a:t>OUTPUT</a:t>
            </a:r>
            <a:r>
              <a:rPr lang="ko-KR" altLang="en-US" sz="1600" dirty="0"/>
              <a:t> 데이터에 </a:t>
            </a:r>
            <a:r>
              <a:rPr lang="en-US" altLang="ko-KR" sz="1600" dirty="0"/>
              <a:t>Polling</a:t>
            </a:r>
            <a:r>
              <a:rPr lang="ko-KR" altLang="en-US" sz="1600" dirty="0"/>
              <a:t> </a:t>
            </a:r>
            <a:r>
              <a:rPr lang="en-US" altLang="ko-KR" sz="1600" dirty="0"/>
              <a:t>Message</a:t>
            </a:r>
            <a:r>
              <a:rPr lang="ko-KR" altLang="en-US" sz="1600" dirty="0"/>
              <a:t> 입력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Update </a:t>
            </a:r>
            <a:r>
              <a:rPr lang="ko-KR" altLang="en-US" sz="1600" dirty="0"/>
              <a:t>버튼 클릭하여 </a:t>
            </a:r>
            <a:r>
              <a:rPr lang="en-US" altLang="ko-KR" sz="1600" dirty="0"/>
              <a:t>Polling Message </a:t>
            </a:r>
            <a:r>
              <a:rPr lang="ko-KR" altLang="en-US" sz="1600" dirty="0"/>
              <a:t>전송 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Intput</a:t>
            </a:r>
            <a:r>
              <a:rPr lang="ko-KR" altLang="en-US" sz="1600" dirty="0"/>
              <a:t> </a:t>
            </a:r>
            <a:r>
              <a:rPr lang="en-US" altLang="ko-KR" sz="1600" dirty="0"/>
              <a:t>data</a:t>
            </a:r>
            <a:r>
              <a:rPr lang="ko-KR" altLang="en-US" sz="1600" dirty="0"/>
              <a:t> 항목에서 받은 데이터 확인</a:t>
            </a:r>
          </a:p>
        </p:txBody>
      </p:sp>
    </p:spTree>
    <p:extLst>
      <p:ext uri="{BB962C8B-B14F-4D97-AF65-F5344CB8AC3E}">
        <p14:creationId xmlns:p14="http://schemas.microsoft.com/office/powerpoint/2010/main" val="2970834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617</Words>
  <Application>Microsoft Office PowerPoint</Application>
  <PresentationFormat>와이드스크린</PresentationFormat>
  <Paragraphs>161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Symbol</vt:lpstr>
      <vt:lpstr>Office 테마</vt:lpstr>
      <vt:lpstr>DeviceNet 연결 방법</vt:lpstr>
      <vt:lpstr>Cifx Setup , Cifx Test program 설치</vt:lpstr>
      <vt:lpstr>Sycon.net 설치</vt:lpstr>
      <vt:lpstr>Sycon.net 실행하기</vt:lpstr>
      <vt:lpstr>Sycon.net 실행하기 (Master)</vt:lpstr>
      <vt:lpstr>Sycon.net 실행하기 (Master)</vt:lpstr>
      <vt:lpstr>Sycon.net 실행하기 (Master)</vt:lpstr>
      <vt:lpstr>Sycon.net 실행하기 (Master)</vt:lpstr>
      <vt:lpstr>Sycon.net 실행하기 (Master)</vt:lpstr>
      <vt:lpstr>Sycon.net 실행하기 (Master)</vt:lpstr>
      <vt:lpstr>Sycon.net 실행하기 (Master)</vt:lpstr>
      <vt:lpstr>Sycon.net 실행하기 (Slave)</vt:lpstr>
      <vt:lpstr>Sycon.net 실행하기 (Slave)</vt:lpstr>
      <vt:lpstr>Sycon.net 실행하기 (Slave)</vt:lpstr>
      <vt:lpstr>Sycon.net 실행하기 (Slave)</vt:lpstr>
      <vt:lpstr>Sycon.net 실행하기 (Master)</vt:lpstr>
      <vt:lpstr>Sycon.net 실행하기 (Master)</vt:lpstr>
      <vt:lpstr>통신 확인하기</vt:lpstr>
      <vt:lpstr>통신 확인하기</vt:lpstr>
      <vt:lpstr>통신 확인하기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14</cp:revision>
  <dcterms:created xsi:type="dcterms:W3CDTF">2025-07-15T05:53:48Z</dcterms:created>
  <dcterms:modified xsi:type="dcterms:W3CDTF">2025-09-23T05:27:43Z</dcterms:modified>
</cp:coreProperties>
</file>